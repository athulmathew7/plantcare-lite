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19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PlantCare Lite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plant disease detection using on-device deep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92608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20IMCAP501 — Mini Project 2  |  Review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IN" dirty="0">
                <a:solidFill>
                  <a:schemeClr val="bg1"/>
                </a:solidFill>
              </a:rPr>
              <a:t>Athul Mathew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IN" dirty="0" err="1">
                <a:solidFill>
                  <a:schemeClr val="bg1"/>
                </a:solidFill>
              </a:rPr>
              <a:t>Gowrinanda</a:t>
            </a:r>
            <a:r>
              <a:rPr lang="en-IN" dirty="0">
                <a:solidFill>
                  <a:schemeClr val="bg1"/>
                </a:solidFill>
              </a:rPr>
              <a:t> K.B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IN" dirty="0">
                <a:solidFill>
                  <a:schemeClr val="bg1"/>
                </a:solidFill>
              </a:rPr>
              <a:t>Riya </a:t>
            </a:r>
            <a:r>
              <a:rPr lang="en-IN" dirty="0" err="1">
                <a:solidFill>
                  <a:schemeClr val="bg1"/>
                </a:solidFill>
              </a:rPr>
              <a:t>Sicil</a:t>
            </a:r>
            <a:r>
              <a:rPr lang="en-IN" dirty="0">
                <a:solidFill>
                  <a:schemeClr val="bg1"/>
                </a:solidFill>
              </a:rPr>
              <a:t> Jacob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Ms.GODLY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ELIZABATH GEORGE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Saintgits College of Engineering (Autonomous) — Department of Computer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040880" cy="5120640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6492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PlantCare Lite is a mobile application that helps home gardeners and small-scale farmers detect common plant diseases directly from a leaf photo. A MobileNetV2-based convolutional neural network, converted to TensorFlow Lite, runs the diagnosis entirely on-device — so the app works even without an internet connection. Each scan returns a predicted disease, a confidence score, and simple treatment guidance, and is stored locally so a user can track a plant's health over time. When a connection is available, history can optionally sync to a lightweight backend for backup across devices.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0"/>
            <a:ext cx="374904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15544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gardeners &amp; small farmers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2697480"/>
            <a:ext cx="374904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2807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3154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+ TFLite quantization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4297680"/>
            <a:ext cx="374904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4407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offline, low-cost diagnosis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study — feasibility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is lightweight enough for mobile inference; TensorFlow Lite with quantization keeps the model under ~10 MB. React Native + a native TFLite bridge give cross-platform reach with a single codebase. SQLite handles offline-first local storage reliably.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417320"/>
            <a:ext cx="502920" cy="502920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6060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free/open datasets (PlantVillage) and open-source frameworks (TensorFlow, React Native, SQLite). No paid APIs are required for core functionality — optional cloud sync uses low-cost or free-tier backend hosting.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3920" y="1143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0" y="1417320"/>
            <a:ext cx="502920" cy="502920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0" y="2606040"/>
            <a:ext cx="31089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low-connectivity environments common in rural farming areas. Minimal input required from the user (a photo), and results are explained in plain language with actionable treatment steps.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diagram — use case</a:t>
            </a:r>
            <a:endParaRPr lang="en-US" sz="2600" dirty="0"/>
          </a:p>
        </p:txBody>
      </p:sp>
      <p:pic>
        <p:nvPicPr>
          <p:cNvPr id="3" name="Image 0" descr="/home/claude/diagrams/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960120"/>
            <a:ext cx="932688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diagram — class diagram</a:t>
            </a:r>
            <a:endParaRPr lang="en-US" sz="2600" dirty="0"/>
          </a:p>
        </p:txBody>
      </p:sp>
      <p:pic>
        <p:nvPicPr>
          <p:cNvPr id="3" name="Image 0" descr="/home/claude/diagrams/class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960120"/>
            <a:ext cx="978408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local-first storage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257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25780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14650" y="1664208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56816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14650" y="1956816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49424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14650" y="2249424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280160"/>
            <a:ext cx="525780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280160"/>
            <a:ext cx="525780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64208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21090" y="1664208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956816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956816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21090" y="1956816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-&gt; users.id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9424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image_path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21090" y="2249424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542032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542032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disease_class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21090" y="2542032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834640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21090" y="2834640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127248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127248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21090" y="3127248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5257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160520"/>
            <a:ext cx="525780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16052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disease_info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544568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class_name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914650" y="4544568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37176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837176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14650" y="4837176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" y="5129784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914650" y="5129784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422392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422392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914650" y="5422392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4160520"/>
            <a:ext cx="5257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4160520"/>
            <a:ext cx="525780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416052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sync_queue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92240" y="4544568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721090" y="4544568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4837176"/>
            <a:ext cx="5257800" cy="292608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51" name="Text 49"/>
          <p:cNvSpPr/>
          <p:nvPr/>
        </p:nvSpPr>
        <p:spPr>
          <a:xfrm>
            <a:off x="6492240" y="4837176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scan_id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721090" y="4837176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-&gt; scan_history.id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92240" y="5129784"/>
            <a:ext cx="23660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attempt_count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721090" y="5129784"/>
            <a:ext cx="2628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wireframes — capture, result, and history screens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2834640" cy="5029200"/>
          </a:xfrm>
          <a:prstGeom prst="rect">
            <a:avLst/>
          </a:prstGeom>
          <a:solidFill>
            <a:srgbClr val="F4F4F2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PlantCare Lite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192024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2A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60120" y="192024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area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5349240"/>
            <a:ext cx="11658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349240"/>
            <a:ext cx="1165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3140" y="5349240"/>
            <a:ext cx="1165860" cy="457200"/>
          </a:xfrm>
          <a:prstGeom prst="rect">
            <a:avLst/>
          </a:prstGeom>
          <a:solidFill>
            <a:srgbClr val="E4EEDB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5349240"/>
            <a:ext cx="1165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1280160"/>
            <a:ext cx="2834640" cy="5029200"/>
          </a:xfrm>
          <a:prstGeom prst="rect">
            <a:avLst/>
          </a:prstGeom>
          <a:solidFill>
            <a:srgbClr val="F4F4F2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6400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1554480"/>
            <a:ext cx="2468880" cy="1280160"/>
          </a:xfrm>
          <a:prstGeom prst="rect">
            <a:avLst/>
          </a:prstGeom>
          <a:solidFill>
            <a:srgbClr val="E4EEDB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15544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971800"/>
            <a:ext cx="1604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39358" y="2999232"/>
            <a:ext cx="790042" cy="274320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19" name="Text 17"/>
          <p:cNvSpPr/>
          <p:nvPr/>
        </p:nvSpPr>
        <p:spPr>
          <a:xfrm>
            <a:off x="5839358" y="2999232"/>
            <a:ext cx="7900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3383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care: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Remove affected leaves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Apply copper fungicide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5486400"/>
            <a:ext cx="24688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5486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history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1280160"/>
            <a:ext cx="2834640" cy="5029200"/>
          </a:xfrm>
          <a:prstGeom prst="rect">
            <a:avLst/>
          </a:prstGeom>
          <a:solidFill>
            <a:srgbClr val="F4F4F2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6400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History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60920" y="1965960"/>
            <a:ext cx="2468880" cy="59436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7470648" y="201168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70648" y="2267712"/>
            <a:ext cx="2249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60920" y="2679192"/>
            <a:ext cx="2468880" cy="59436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30" name="Text 28"/>
          <p:cNvSpPr/>
          <p:nvPr/>
        </p:nvSpPr>
        <p:spPr>
          <a:xfrm>
            <a:off x="7470648" y="272491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70648" y="2980944"/>
            <a:ext cx="2249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60920" y="3392424"/>
            <a:ext cx="2468880" cy="59436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33" name="Text 31"/>
          <p:cNvSpPr/>
          <p:nvPr/>
        </p:nvSpPr>
        <p:spPr>
          <a:xfrm>
            <a:off x="7470648" y="343814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spot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70648" y="3694176"/>
            <a:ext cx="2249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ago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completion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of Review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4846320" cy="320040"/>
          </a:xfrm>
          <a:prstGeom prst="rect">
            <a:avLst/>
          </a:prstGeom>
          <a:solidFill>
            <a:srgbClr val="356B3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200400"/>
            <a:ext cx="726948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synopsis approved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study &amp; feasibility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user stories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(use case, class)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database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977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4343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pipeline execution (Colab)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scaffolding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TFLite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sync API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511</Words>
  <Application>Microsoft Office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Athul Mathew</cp:lastModifiedBy>
  <cp:revision>2</cp:revision>
  <dcterms:created xsi:type="dcterms:W3CDTF">2026-07-25T13:29:44Z</dcterms:created>
  <dcterms:modified xsi:type="dcterms:W3CDTF">2026-07-26T13:59:12Z</dcterms:modified>
</cp:coreProperties>
</file>